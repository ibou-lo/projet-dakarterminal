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Dakar AutoTrack : donner à chaque véhicule une identité numérique qui relie son emplacement, son état et ses autorisations.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s’agit d’une hypothèse : le pilote doit la confirmer par la mesure.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Scénario : je photographie le VIN, je confirme, j’enregistre l’état puis j’affecte la place B, allée 3, place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· DIGITALISATION, DONNÉES, IA &amp; CONNECTIVITÉ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Dakar AutoTrack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0A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passeport numérique des véhicules au terminal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chaque véhicule, connaître son état et vérifier s’il peut sortir, depuis une seule interface.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Modou Diop · Intégration portuaire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55664" y="1380744"/>
            <a:ext cx="5285232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tmp/claude-0/-home-claude/3c82ccec-259f-5e06-8016-a2e14f95dce6/scratchpad/shots/png/main-att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212080" cy="34747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92240" y="4983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· données fictives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questions reviennent sans cesse sur le parc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se trouve exactement le véhicule 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060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allée, place : l’information vit souvent dans la tête des agents ou sur papier.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84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quel état a-t-il été réceptionné 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6060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et réserves dispersées, difficiles à retrouver en cas de litige.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2336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formalités restent à accomplir 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262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autorisation de sortie, paiement : chaque réponse vient d’une source différente.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2336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l’a déplacé, qui peut le récupérer 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262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trace des mouvements ni contrôle du bénéficiaire, la chaîne de garde se perd.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BEBCF"/>
          </a:solidFill>
          <a:ln w="12700">
            <a:solidFill>
              <a:srgbClr val="FBEB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à valider avec Dakar Terminal : </a:t>
            </a:r>
            <a:pPr indent="0" marL="0">
              <a:buNone/>
            </a:pPr>
            <a:r>
              <a:rPr lang="en-US" sz="150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recherches sur le parc et la dispersion des informations occasionnent des délais évitables.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L’IDÉE CLÉ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Relier présence physique et disponibilité administrative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663440" cy="2377440"/>
          </a:xfrm>
          <a:prstGeom prst="roundRect">
            <a:avLst>
              <a:gd name="adj" fmla="val 4615"/>
            </a:avLst>
          </a:prstGeom>
          <a:solidFill>
            <a:srgbClr val="1B2B3E"/>
          </a:solidFill>
          <a:ln w="12700">
            <a:solidFill>
              <a:srgbClr val="2F4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physique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est le véhicule, dans quel état, qui l’a déplacé.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VIN · QR · photos · scans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2011680"/>
            <a:ext cx="4663440" cy="2377440"/>
          </a:xfrm>
          <a:prstGeom prst="roundRect">
            <a:avLst>
              <a:gd name="adj" fmla="val 4615"/>
            </a:avLst>
          </a:prstGeom>
          <a:solidFill>
            <a:srgbClr val="1B2B3E"/>
          </a:solidFill>
          <a:ln w="12700">
            <a:solidFill>
              <a:srgbClr val="2F4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administrative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834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autorisation de sortie, paiement, bénéficiaire.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· BAE · quittance · identité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67528" y="2761488"/>
            <a:ext cx="868680" cy="868680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67528" y="27614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A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véhicule peut être localisé sur le parc sans être encore autorisé à sortir.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 AutoTrack affiche les deux dans une même fiche : le passeport numérique du véhicule.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étapes, une fiche liée au VIN et à un QR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31720"/>
            <a:ext cx="384048" cy="384048"/>
          </a:xfrm>
          <a:prstGeom prst="ellipse">
            <a:avLst/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Réception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du VIN, photos, état enregistré.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14016" y="210312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42616" y="2331720"/>
            <a:ext cx="384048" cy="384048"/>
          </a:xfrm>
          <a:prstGeom prst="ellipse">
            <a:avLst/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42616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96896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Stationnement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42616" y="34290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et place sur le plan du parc.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9392" y="210312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2331720"/>
            <a:ext cx="384048" cy="384048"/>
          </a:xfrm>
          <a:prstGeom prst="ellipse">
            <a:avLst/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Déplacement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34290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tracé par scan.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210312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233172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73368" y="34290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formalités : documents, autorisation, paiement.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10144" y="210312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8744" y="2331720"/>
            <a:ext cx="384048" cy="384048"/>
          </a:xfrm>
          <a:prstGeom prst="ellipse">
            <a:avLst/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8744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93024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Remise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38744" y="34290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numérique pour retrouver le véhicule et contrôler le bénéficiaire.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875520" y="210312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4120" y="2331720"/>
            <a:ext cx="384048" cy="384048"/>
          </a:xfrm>
          <a:prstGeom prst="ellipse">
            <a:avLst/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0412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42900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finale ; historique conservé.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: smartphones + QR codes. Extension possible : RFID, si le pilote confirme un besoin de lecture automatique.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· ÉTAPES 1 À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réception, l’agent crée le passeport numérique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1805528" cy="3822192"/>
          </a:xfrm>
          <a:prstGeom prst="roundRect">
            <a:avLst>
              <a:gd name="adj" fmla="val 4052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m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732376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assistée du VIN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28803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lit le VIN sur photo, signale le caractère incertain ; l’agent confirme.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15384" y="1746504"/>
            <a:ext cx="1805528" cy="3822192"/>
          </a:xfrm>
          <a:prstGeom prst="roundRect">
            <a:avLst>
              <a:gd name="adj" fmla="val 4052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tmp/claude-0/-home-claude/3c82ccec-259f-5e06-8016-a2e14f95dce6/scratchpad/shots/png/m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83080"/>
            <a:ext cx="1732376" cy="3749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7220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à la réception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28803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photos, schéma des dommages, réserves horodatées.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18704" y="1746504"/>
            <a:ext cx="1805528" cy="3822192"/>
          </a:xfrm>
          <a:prstGeom prst="roundRect">
            <a:avLst>
              <a:gd name="adj" fmla="val 4052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tmp/claude-0/-home-claude/3c82ccec-259f-5e06-8016-a2e14f95dce6/scratchpad/shots/png/m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80"/>
            <a:ext cx="1732376" cy="3749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87552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Affectation B · 3 · 18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875520" y="28803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suggérée, confirmée par le scan du QR de la place.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· ÉTAPE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: véhicule localisé, sortie en attente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7022592" cy="4706112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main-att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463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82880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810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parc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2128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place B · 3 · 18 est mise en évidence dans la zone pilote.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55280" y="315468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3136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Passeport numérique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5387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VIN, statut, formalités et historique des mouvements.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448056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462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de recherche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à partir des données enregistrées, sources citées.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55280" y="571500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BEBCF"/>
          </a:solidFill>
          <a:ln w="12700">
            <a:solidFill>
              <a:srgbClr val="FBEBC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38160" y="5715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Localisé ≠ autorisé à sortir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· ÉTAPE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L’autorisation arrive : « Prêt à enlever 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2064" y="2020824"/>
            <a:ext cx="5468112" cy="3669792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claude-0/-home-claude/3c82ccec-259f-5e06-8016-a2e14f95dce6/scratchpad/shots/png/main-att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5394960" cy="3596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6364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27064" y="2020824"/>
            <a:ext cx="5468112" cy="3669792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tmp/claude-0/-home-claude/3c82ccec-259f-5e06-8016-a2e14f95dce6/scratchpad/shots/png/main-pr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57400"/>
            <a:ext cx="5394960" cy="3596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simule la réception du bon à enlever (BAE) : la fiche, le plan, l’historique et l’assistant se mettent à jour, et le ticket de retrait peut être généré.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· ÉTAPE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numérique et contrôle au portail de sortie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9224" y="1746504"/>
            <a:ext cx="2016794" cy="42793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m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1943642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35224" y="1746504"/>
            <a:ext cx="2016794" cy="42793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tmp/claude-0/-home-claude/3c82ccec-259f-5e06-8016-a2e14f95dce6/scratchpad/shots/png/m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783080"/>
            <a:ext cx="1943642" cy="4206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0" y="201168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retrait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code, emplacement, bénéficiaire masqué, durée de validité.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portail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et paiement vérifiés automatiquement ; VIN, identité et état contrôlés par l’agent.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photo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vérification seulement — l’agent confirme visuellement.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conservé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reste consultable après la sortie.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chat IA sourcé, qui n’agit qu’avec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7022592" cy="4706112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chat-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463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82880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810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Langage naturel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2128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Où est ce véhicule et que manque-t-il ? » — réponse avec fiche et sources.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55280" y="329184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proposées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6758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au transitaire, ticket automatique : rien ne part sans validation humaine.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475488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736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Garde-fous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51389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selon le rôle, réponses sourcées, tout est journalisé.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terrain et pour le client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9224" y="1746504"/>
            <a:ext cx="2016794" cy="42793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m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1943642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72784" y="1746504"/>
            <a:ext cx="2016794" cy="42793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tmp/claude-0/-home-claude/3c82ccec-259f-5e06-8016-a2e14f95dce6/scratchpad/shots/png/m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1943642" cy="4206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78892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: voix et photo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2788920" y="24688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 demande à voix haute où garer un véhicule, ou envoie la photo d’un VIN. L’assistant propose une place, détecte un déplacement non scanné et demande confirmation.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: suivi en libre-service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24688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par BL et code SMS. Le client voit uniquement son véhicule, est prévenu quand il est prêt et ouvre son ticket.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DE GESTION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modules pour piloter le parc au quotidien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9224" y="1700784"/>
            <a:ext cx="309067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vehic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017520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31920" y="19202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Véhicules — inventaire filtrable par statut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27064" y="1700784"/>
            <a:ext cx="309067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claude-0/-home-claude/3c82ccec-259f-5e06-8016-a2e14f95dce6/scratchpad/shots/png/mouve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3017520" cy="2011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0" y="19202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Mouvements — journal et régularisation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9224" y="4169664"/>
            <a:ext cx="309067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tmp/claude-0/-home-claude/3c82ccec-259f-5e06-8016-a2e14f95dce6/scratchpad/shots/png/enleve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06240"/>
            <a:ext cx="3017520" cy="20116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31920" y="4389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Enlèvements — du dossier à la sortie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227064" y="4169664"/>
            <a:ext cx="309067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/tmp/claude-0/-home-claude/3c82ccec-259f-5e06-8016-a2e14f95dce6/scratchpad/shots/png/indicateu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06240"/>
            <a:ext cx="3017520" cy="2011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509760" y="4389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du pilote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indicateurs pour juger le pilote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6839712" cy="4584192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indicate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766560" cy="4511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26680" y="1828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 pour retrouver un véhicule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de l’inventaire physique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préparation d’un enlèvement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mouvements avec une trace complète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26680" y="42976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BEBCF"/>
          </a:solidFill>
          <a:ln w="12700">
            <a:solidFill>
              <a:srgbClr val="FBEB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443484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affichées sont fictives. La référence sera mesurée avant le démarrage, puis comparée chaque semaine, avec une zone témoin.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QR &amp; RFID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étiquette, deux lectures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5193792" cy="4255008"/>
          </a:xfrm>
          <a:prstGeom prst="roundRect">
            <a:avLst>
              <a:gd name="adj" fmla="val 1719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etiqu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120640" cy="41818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7220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signé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par tout smartphone, dès le pilote.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RFID UHF intégrée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activée seulement si le besoin est confirmé — pas d’étiquette à reposer.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Anti-arrachement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la transférer sur un autre véhicule.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court « DAT-218456 »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radio et le chat.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réutilisable 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suspendue, récupérée au portail.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QR &amp; RFID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portail, la RFID bloque une sortie non autorisée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VÉHICULE AUTORISÉ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2064" y="2020824"/>
            <a:ext cx="5468112" cy="3669792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claude-0/-home-claude/3c82ccec-259f-5e06-8016-a2e14f95dce6/scratchpad/shots/png/portique-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5394960" cy="3596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6364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VÉHICULE NON AUTORISÉ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27064" y="2020824"/>
            <a:ext cx="5468112" cy="3669792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tmp/claude-0/-home-claude/3c82ccec-259f-5e06-8016-a2e14f95dce6/scratchpad/shots/png/portique-k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57400"/>
            <a:ext cx="5394960" cy="3596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portique lit l’étiquette sans arrêt du véhicule et croise l’identité avec l’autorisation et le ticket. La barrière ne s’ouvre jamais seule : l’agent garde la décision.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QR &amp; RFID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inventaire toujours frais, sans parcourir tout le parc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6565392" cy="4401312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claude-0/-home-claude/3c82ccec-259f-5e06-8016-a2e14f95dce6/scratchpad/shots/png/fraich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492240" cy="4328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24344" y="1700784"/>
            <a:ext cx="2016794" cy="4279392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CD7C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tmp/claude-0/-home-claude/3c82ccec-259f-5e06-8016-a2e14f95dce6/scratchpad/shots/png/m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737360"/>
            <a:ext cx="1943642" cy="4206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554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« fraîcheur »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555480" y="22402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place prend la couleur de sa dernière lecture ; les incohérences ressortent.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55548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Inventaire en rafale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555480" y="42519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QR lus d’un coup en filmant l’allée ; l’agent confirme chaque écart.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PILOTE CRÉDIBLE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Commencer petit, mesurer, puis étendre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pilote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limitée · smartphones + QR codes · sans intégration au départ · durée [À CONFIRMER]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48840"/>
            <a:ext cx="384048" cy="384048"/>
          </a:xfrm>
          <a:prstGeom prst="ellipse">
            <a:avLst/>
          </a:prstGeom>
          <a:solidFill>
            <a:srgbClr val="B94E12"/>
          </a:solidFill>
          <a:ln w="12700">
            <a:solidFill>
              <a:srgbClr val="B94E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intégrations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du terminal et plateformes de formalités, selon les accès disponibles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1EB"/>
          </a:solidFill>
          <a:ln w="12700">
            <a:solidFill>
              <a:srgbClr val="F3F1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148840"/>
            <a:ext cx="384048" cy="384048"/>
          </a:xfrm>
          <a:prstGeom prst="ellipse">
            <a:avLst/>
          </a:prstGeom>
          <a:solidFill>
            <a:srgbClr val="56606B"/>
          </a:solidFill>
          <a:ln w="12700">
            <a:solidFill>
              <a:srgbClr val="5660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extension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154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si le besoin de lecture automatique est confirmé · autres zones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préciser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RFID passive donne des lectures à des points de passage (portiques, lecteurs), pas une position continue. Un suivi en temps réel demanderait une autre technologie (UWB, balises Bluetooth) : c’est une évolution distincte, plus coûteuse.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FORUM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démonstration de trois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830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Photographier le VIN et créer le passeport numérique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603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Affecter la place : zone B, allée 3, place 18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375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« Véhicule localisé — autorisation en attente »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148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l’autorisation : « Prêt à enlever »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D9601A"/>
          </a:solidFill>
          <a:ln w="12700">
            <a:solidFill>
              <a:srgbClr val="D960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892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le ticket ; son scan au portail affiche les contrôles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0F1D2B"/>
          </a:solidFill>
          <a:ln w="12700">
            <a:solidFill>
              <a:srgbClr val="0F1D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la démo tangible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65176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petite maquette de parking, quelques voitures miniatures et des QR codes suffisent à matérialiser le parcours : le public voit le scan déclencher la mise à jour à l’écran.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fictives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PROPOSITION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à chaque véhicule une identité numérique qui relie son emplacement, son état et ses autorisations.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0A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d’un parc que l’on parcourt pour chercher à un parc que l’on consulte pour agir.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Dakar AutoTrack · Merci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Dakar AutoTrack</dc:title>
  <dc:subject>PptxGenJS Presentation</dc:subject>
  <dc:creator>Modou Diop</dc:creator>
  <cp:lastModifiedBy>Modou Diop</cp:lastModifiedBy>
  <cp:revision>1</cp:revision>
  <dcterms:created xsi:type="dcterms:W3CDTF">2026-09-23T09:20:53Z</dcterms:created>
  <dcterms:modified xsi:type="dcterms:W3CDTF">2026-09-23T09:20:53Z</dcterms:modified>
</cp:coreProperties>
</file>